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4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Requirement specification.pdf (user-uploaded)
- EERD FINAL IMAGE.jpeg (user-uploaded)
- Coffee_Growers_backup.sql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Requirement specification.pdf, pages 1–4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Requirement specification.pdf, pages 1–4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EERD FINAL IMAGE.jpeg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Coffee_Growers_backup.sql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Coffee_Growers_backup.sql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Coffee_Growers_backup.sql (user-uploaded)
- Requirement specification.pdf, pages 2–3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Requirement specification.pdf (user-uploaded)
- Coffee_Growers_backup.sql (user-uploaded)
- EERD FINAL IMAGE.jpeg (user-uploaded)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" y="12700"/>
            <a:ext cx="12191695" cy="6858000"/>
          </a:xfrm>
          <a:prstGeom prst="rect">
            <a:avLst/>
          </a:prstGeom>
          <a:solidFill>
            <a:srgbClr val="F7F7F2"/>
          </a:solidFill>
          <a:ln w="12700">
            <a:solidFill>
              <a:srgbClr val="F7F7F2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60350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Uganda Coffee Farmer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12B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251460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F5C"/>
                </a:solidFill>
              </a:rPr>
              <a:t>Final exam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288036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Requirements • EERD • Database implementation • Security &amp; views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66560" y="1325880"/>
            <a:ext cx="4480560" cy="4434840"/>
          </a:xfrm>
          <a:prstGeom prst="roundRect">
            <a:avLst/>
          </a:prstGeom>
          <a:solidFill>
            <a:srgbClr val="E9F1EE"/>
          </a:solidFill>
          <a:ln w="12700">
            <a:solidFill>
              <a:srgbClr val="C7D7D2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Box 11"/>
          <p:cNvSpPr txBox="1"/>
          <p:nvPr/>
        </p:nvSpPr>
        <p:spPr>
          <a:xfrm>
            <a:off x="7233285" y="2004695"/>
            <a:ext cx="3534410" cy="293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lang="en-US" sz="2400"/>
              <a:t>Ainomugisha Faith </a:t>
            </a:r>
            <a:endParaRPr lang="en-US" sz="2400"/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lang="en-US" sz="2400"/>
              <a:t>Natukunda Warudata</a:t>
            </a:r>
            <a:endParaRPr lang="en-US" sz="2400"/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lang="en-US" sz="2400"/>
              <a:t>Akampurira Aisha </a:t>
            </a:r>
            <a:endParaRPr lang="en-US" sz="2400"/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lang="en-US" sz="2400"/>
              <a:t>Mpanga Benard</a:t>
            </a:r>
            <a:endParaRPr lang="en-US" sz="2400"/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lang="en-US" sz="2400"/>
              <a:t>Kirabo Jorryn Edna </a:t>
            </a:r>
            <a:endParaRPr lang="en-US" sz="2400"/>
          </a:p>
          <a:p>
            <a:pPr marL="342900" indent="-342900">
              <a:lnSpc>
                <a:spcPct val="110000"/>
              </a:lnSpc>
              <a:buFont typeface="Arial" panose="020B0704020202020204" pitchFamily="34" charset="0"/>
              <a:buChar char="•"/>
            </a:pPr>
            <a:r>
              <a:rPr lang="en-US" sz="2400"/>
              <a:t>Lumbuye Joshua Jolly 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and system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14630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7EC"/>
                </a:solidFill>
              </a:rPr>
              <a:t>Milestone 1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5212080" cy="5394960"/>
          </a:xfrm>
          <a:prstGeom prst="roundRect">
            <a:avLst/>
          </a:prstGeom>
          <a:solidFill>
            <a:srgbClr val="F8FB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2365"/>
            <a:ext cx="447992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B3C"/>
                </a:solidFill>
              </a:rPr>
              <a:t>Problem being solved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57200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The Ministry of Agriculture needs a reliable database to know registered coffee growers and the farms they manage.</a:t>
            </a:r>
            <a:endParaRPr lang="en-US" sz="20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The system must track coffee production, seedling and input distribution, and extension support given to farmers.</a:t>
            </a:r>
            <a:endParaRPr lang="en-US" sz="20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It must also support secure access and reduce inconsistent manual records.</a:t>
            </a:r>
            <a:endParaRPr lang="en-US" sz="2000" dirty="0">
              <a:solidFill>
                <a:srgbClr val="1F2937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303520" cy="5394960"/>
          </a:xfrm>
          <a:prstGeom prst="roundRect">
            <a:avLst/>
          </a:prstGeom>
          <a:solidFill>
            <a:srgbClr val="FDF9ED"/>
          </a:solidFill>
          <a:ln w="12700">
            <a:solidFill>
              <a:srgbClr val="E7D8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14300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5A00"/>
                </a:solidFill>
              </a:rPr>
              <a:t>Main objective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1554480"/>
            <a:ext cx="44805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Register farmers with personal and location details.</a:t>
            </a:r>
            <a:endParaRPr lang="en-US" sz="200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Record farms, production by season, and support distributed to each farm.</a:t>
            </a:r>
            <a:endParaRPr lang="en-US" sz="200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Link farmers to extension workers by area and log advisory visits.</a:t>
            </a:r>
            <a:endParaRPr lang="en-US" sz="200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Enforce validation, access control, and useful reporting.</a:t>
            </a:r>
            <a:endParaRPr lang="en-US" sz="2000" dirty="0">
              <a:solidFill>
                <a:srgbClr val="1F2937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0265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15" y="0"/>
            <a:ext cx="57346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Requirements and business rules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14630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7EC"/>
                </a:solidFill>
              </a:rPr>
              <a:t>What the database must support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3611880" cy="210312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042416"/>
            <a:ext cx="32826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F5C"/>
                </a:solidFill>
              </a:rPr>
              <a:t>Core data to capture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1353312"/>
            <a:ext cx="328269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Farmer details and NIN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Farm size, altitude and sub-county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Production by farm and season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Inputs distributed and farm visits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914400"/>
            <a:ext cx="3611880" cy="210312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042416"/>
            <a:ext cx="32826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F5C"/>
                </a:solidFill>
              </a:rPr>
              <a:t>Coffee-domain rules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90872" y="1353312"/>
            <a:ext cx="328269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Only Robusta and Arabica types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Varieties belong to a coffee type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Altitude must match coffee type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Yields should be checked against benchmarks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6760" y="914400"/>
            <a:ext cx="3154680" cy="210312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1042416"/>
            <a:ext cx="28254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F5C"/>
                </a:solidFill>
              </a:rPr>
              <a:t>Security needs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31352" y="1353312"/>
            <a:ext cx="282549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User authentication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Role-based access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Extension workers limited to assigned areas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Reports for ministry officials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5440680" cy="237744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465576"/>
            <a:ext cx="511149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F5C"/>
                </a:solidFill>
              </a:rPr>
              <a:t>Key business rules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" y="3776472"/>
            <a:ext cx="5111496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farmer must exist before any farm or production record is added.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farm belongs to exactly one farmer.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Production must be linked to a farm and a season.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Duplicate input distribution in the same season is not allowed.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3337560"/>
            <a:ext cx="5120640" cy="237744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465576"/>
            <a:ext cx="4791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F5C"/>
                </a:solidFill>
              </a:rPr>
              <a:t>Design implications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65392" y="3776472"/>
            <a:ext cx="4791456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Need clear geography hierarchy: Region → District → SubCounty.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Need specialization for person roles and input categories.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Need foreign keys, checks, triggers and views to enforce rules.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Final EERD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14630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7EC"/>
                </a:solidFill>
              </a:rPr>
              <a:t>Logical model for the solution</a:t>
            </a:r>
            <a:endParaRPr lang="en-US" sz="1000" dirty="0"/>
          </a:p>
        </p:txBody>
      </p:sp>
      <p:pic>
        <p:nvPicPr>
          <p:cNvPr id="5" name="Image 0" descr="/mnt/data/EERD FINAL IMAGE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639" y="868680"/>
            <a:ext cx="4762881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914400"/>
            <a:ext cx="37490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75320" y="1097280"/>
            <a:ext cx="338264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2B3C"/>
                </a:solidFill>
              </a:rPr>
              <a:t>What the diagram shows</a:t>
            </a:r>
            <a:endParaRPr lang="en-US" sz="2000" b="1" dirty="0">
              <a:solidFill>
                <a:srgbClr val="112B3C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75320" y="1554480"/>
            <a:ext cx="315468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9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PERSON is specialized into Farmer, Extension_Worker and Ministry_Official.</a:t>
            </a:r>
            <a:endParaRPr lang="en-US" sz="1600" dirty="0"/>
          </a:p>
          <a:p>
            <a:pPr marL="177800" indent="-177800">
              <a:lnSpc>
                <a:spcPct val="9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INPUT is specialized into Seedling, Agro_Chemical and Machinery.</a:t>
            </a:r>
            <a:endParaRPr lang="en-US" sz="1600" dirty="0"/>
          </a:p>
          <a:p>
            <a:pPr marL="177800" indent="-177800">
              <a:lnSpc>
                <a:spcPct val="9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Region, District and SubCounty handle geographic classification.</a:t>
            </a:r>
            <a:endParaRPr lang="en-US" sz="1600" dirty="0"/>
          </a:p>
          <a:p>
            <a:pPr marL="177800" indent="-177800">
              <a:lnSpc>
                <a:spcPct val="9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Farm is the core operational entity linked to production, inputs and visits.</a:t>
            </a:r>
            <a:endParaRPr lang="en-US" sz="1600" dirty="0"/>
          </a:p>
          <a:p>
            <a:pPr marL="177800" indent="-177800">
              <a:lnSpc>
                <a:spcPct val="9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Production occurs per farm, per coffee variety and per season.</a:t>
            </a:r>
            <a:endParaRPr lang="en-US" sz="1600" dirty="0">
              <a:solidFill>
                <a:srgbClr val="1F293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249920" y="4954270"/>
            <a:ext cx="354584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F5C"/>
                </a:solidFill>
              </a:rPr>
              <a:t>Advanced EERD features used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75320" y="5230368"/>
            <a:ext cx="29260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Specialization / inheritance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Disjoint subtypes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Categorization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1:1, 1:M and M:1 relationships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Database implementation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14630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7EC"/>
                </a:solidFill>
              </a:rPr>
              <a:t>Selected tables, constraints and sample 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87095"/>
            <a:ext cx="425196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B3C"/>
                </a:solidFill>
              </a:rPr>
              <a:t>Implemented core tables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4114800" cy="2286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Region, District, SubCounty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Person, Farmer, Extension_Worker, Ministry_Official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Farm, FarmVisit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CoffeeType, CoffeeVariety, Season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Input, Seedling, Agro_Chemical, Machinery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InputDistribution, Production, User_Accounts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4572000" cy="1920240"/>
          </a:xfrm>
          <a:prstGeom prst="roundRect">
            <a:avLst/>
          </a:prstGeom>
          <a:solidFill>
            <a:srgbClr val="F8FBFA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815" y="4160520"/>
            <a:ext cx="411543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F5C"/>
                </a:solidFill>
              </a:rPr>
              <a:t>Sample data already loaded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40233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2 farmers, 2 farms, 1 extension worker and 1 ministry official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Coffee types, varieties, seasons, inputs and distributions loaded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Production and farm visit records present in the dump</a:t>
            </a:r>
            <a:endParaRPr lang="en-US" sz="1400" dirty="0">
              <a:solidFill>
                <a:srgbClr val="1F2937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23560" y="914400"/>
            <a:ext cx="5760720" cy="4937760"/>
          </a:xfrm>
          <a:prstGeom prst="roundRect">
            <a:avLst/>
          </a:prstGeom>
          <a:solidFill>
            <a:srgbClr val="FDFDFD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151255"/>
            <a:ext cx="524192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B3C"/>
                </a:solidFill>
              </a:rPr>
              <a:t>Validation and integrity rules in SQL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97880" y="1554480"/>
            <a:ext cx="5029200" cy="36156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Unique national_id for Person and unique usernames in User_Accounts.</a:t>
            </a:r>
            <a:endParaRPr lang="en-US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CHECK constraints for region names, farm size, altitude, quantity and season dates.</a:t>
            </a:r>
            <a:endParaRPr lang="en-US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Foreign keys maintain referential integrity across farmer, farm, production, visit and input tables.</a:t>
            </a:r>
            <a:endParaRPr lang="en-US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</a:rPr>
              <a:t>Triggers enforce disjoint subtype rules for Farmer / Worker / Official and for input subtypes.</a:t>
            </a:r>
            <a:endParaRPr lang="en-US" dirty="0">
              <a:solidFill>
                <a:srgbClr val="1F2937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Security and views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14630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7EC"/>
                </a:solidFill>
              </a:rPr>
              <a:t>Role-based access control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057400" cy="3840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2057400" cy="502920"/>
          </a:xfrm>
          <a:prstGeom prst="rect">
            <a:avLst/>
          </a:prstGeom>
          <a:solidFill>
            <a:srgbClr val="1E6F5C"/>
          </a:solidFill>
          <a:ln w="12700">
            <a:solidFill>
              <a:srgbClr val="1E6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71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Farmer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874520"/>
            <a:ext cx="17830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Reads own profile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Reads own farms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Reads own production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Reads own inputs and visits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63240" y="1234440"/>
            <a:ext cx="2057400" cy="3840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234440"/>
            <a:ext cx="2057400" cy="502920"/>
          </a:xfrm>
          <a:prstGeom prst="rect">
            <a:avLst/>
          </a:prstGeom>
          <a:solidFill>
            <a:srgbClr val="1E6F5C"/>
          </a:solidFill>
          <a:ln w="12700">
            <a:solidFill>
              <a:srgbClr val="1E6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371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Extension worker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72968" y="1874520"/>
            <a:ext cx="17830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Reads farms in assigned area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Reads own visit history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Can log farm visits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Supports farmer linkage by location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40680" y="1234440"/>
            <a:ext cx="2057400" cy="3840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234440"/>
            <a:ext cx="2057400" cy="502920"/>
          </a:xfrm>
          <a:prstGeom prst="rect">
            <a:avLst/>
          </a:prstGeom>
          <a:solidFill>
            <a:srgbClr val="1E6F5C"/>
          </a:solidFill>
          <a:ln w="12700">
            <a:solidFill>
              <a:srgbClr val="1E6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1371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Ministry official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50408" y="1874520"/>
            <a:ext cx="17830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Reads production summary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Monitors farmers and support distribution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Can use reports for planning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8120" y="1234440"/>
            <a:ext cx="2057400" cy="3840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234440"/>
            <a:ext cx="2057400" cy="502920"/>
          </a:xfrm>
          <a:prstGeom prst="rect">
            <a:avLst/>
          </a:prstGeom>
          <a:solidFill>
            <a:srgbClr val="1E6F5C"/>
          </a:solidFill>
          <a:ln w="12700">
            <a:solidFill>
              <a:srgbClr val="1E6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7848" y="1371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Admin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27848" y="1874520"/>
            <a:ext cx="17830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Full privileges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Manages users, roles and backup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Oversees system maintenance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367020"/>
            <a:ext cx="5886450" cy="3663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2B3C"/>
                </a:solidFill>
              </a:rPr>
              <a:t>Views implemented in the Database.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v_farmer_profile, v_farmer_farms, v_farmer_production, v_farmer_inputs, v_farmer_visits, v_extension_assigned_farms, v_extension_my_visits and v_ministry_production_summary.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Testing and demonstration 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14630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7EC"/>
                </a:solidFill>
              </a:rPr>
              <a:t>What to show live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54406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300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B3C"/>
                </a:solidFill>
              </a:rPr>
              <a:t>Recommended live demo 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466344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Show SELECT * FROM v_farmer_profile; using farmer account.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Show SELECT * FROM v_farmer_farms; and v_farmer_production;.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Show SELECT * FROM v_ministry_production_summary;.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Show extension worker farm visits and assigned farms.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Mention trigger-based subtype protection and data checks.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0" y="960120"/>
            <a:ext cx="5074920" cy="5440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133856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Useful SQL to keep ready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1554480"/>
            <a:ext cx="4297680" cy="3474720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SELECT * FROM v_farmer_profile;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SELECT * FROM v_farmer_farms;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SELECT * FROM v_farmer_production;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SELECT * FROM v_extension_assigned_farms;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SELECT * FROM v_ministry_production_summary;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-- optional checks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SELECT * FROM InputDistribution;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F2FF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SELECT * FROM Production;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544068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Tip: if asked about project/report tables, say they were included because the requirements add reporting and ministry-funded projects.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7955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41080" y="14630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DE7EC"/>
                </a:solidFill>
              </a:rPr>
              <a:t>Why this solution is exam-ready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10241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5370" y="2543175"/>
            <a:ext cx="4862830" cy="1146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6F5C"/>
                </a:solidFill>
              </a:rPr>
              <a:t>Thank you</a:t>
            </a:r>
            <a:endParaRPr lang="en-US" sz="4800" b="1" dirty="0">
              <a:solidFill>
                <a:srgbClr val="1E6F5C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0" y="5074920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6B325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612880" y="6473952"/>
            <a:ext cx="2286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4679</Words>
  <Application>WPS Writer</Application>
  <PresentationFormat>On-screen Show (16:9)</PresentationFormat>
  <Paragraphs>198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Aptos Display</vt:lpstr>
      <vt:lpstr>Helvetica Neue</vt:lpstr>
      <vt:lpstr>Aptos Display</vt:lpstr>
      <vt:lpstr>Aptos Display</vt:lpstr>
      <vt:lpstr>Courier New</vt:lpstr>
      <vt:lpstr>Courier New</vt:lpstr>
      <vt:lpstr>Courier New</vt:lpstr>
      <vt:lpstr>Aptos</vt:lpstr>
      <vt:lpstr>Microsoft YaHei</vt:lpstr>
      <vt:lpstr>汉仪旗黑</vt:lpstr>
      <vt:lpstr>Arial Unicode MS</vt:lpstr>
      <vt:lpstr>汉仪书宋二KW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Uganda Coffee Farmer Management System</dc:title>
  <dc:creator>OpenAI</dc:creator>
  <dc:subject>Uganda Coffee Farmer Management System</dc:subject>
  <cp:lastModifiedBy>Joshua Lumbuye</cp:lastModifiedBy>
  <cp:revision>2</cp:revision>
  <dcterms:created xsi:type="dcterms:W3CDTF">2026-04-13T09:44:44Z</dcterms:created>
  <dcterms:modified xsi:type="dcterms:W3CDTF">2026-04-13T09:44:44Z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284B4AB7F043C1110CBBDC69F295D7AB_42</vt:lpwstr>
  </property>
  <property fmtid="{D5CDD505-2E9C-101B-9397-08002B2CF9AE}" pid="3" name="KSOProductBuildVer">
    <vt:lpwstr>1033-12.1.23155.23155</vt:lpwstr>
  </property>
</Properties>
</file>